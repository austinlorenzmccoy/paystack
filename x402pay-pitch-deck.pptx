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2011680"/>
          </a:xfrm>
          <a:prstGeom prst="rect">
            <a:avLst/>
          </a:prstGeom>
          <a:solidFill>
            <a:srgbClr val="1C1C22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57200"/>
            <a:ext cx="1371600" cy="1371600"/>
          </a:xfrm>
          <a:prstGeom prst="rect">
            <a:avLst/>
          </a:prstGeom>
          <a:solidFill>
            <a:srgbClr val="1A1A22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2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41732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x402Pay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11480" y="2487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Bitcoin-Native AI Agent Economy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Protocol · Stacks Clarity Contracts · AI Agent Detection · DeFi Yield Optimization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4592" y="4114800"/>
            <a:ext cx="8979408" cy="102870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x402 v2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51760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Stacks / Bitcoin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65176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6320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Clarity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84632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40880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+ Postgres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04088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49440" y="4160520"/>
            <a:ext cx="201168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BUIDL BATTLE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494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 Can't Transact. Creators Can't Scale.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840480" cy="338328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84048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CREATORS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256032" cy="256032"/>
          </a:xfrm>
          <a:prstGeom prst="rect">
            <a:avLst/>
          </a:prstGeom>
          <a:solidFill>
            <a:srgbClr val="3B0A0A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555"/>
                </a:solidFill>
              </a:rPr>
              <a:t>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6642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monetization requires centralized platforms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256032" cy="256032"/>
          </a:xfrm>
          <a:prstGeom prst="rect">
            <a:avLst/>
          </a:prstGeom>
          <a:solidFill>
            <a:srgbClr val="3B0A0A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555"/>
                </a:solidFill>
              </a:rPr>
              <a:t>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2860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are siloed — no integrated payment layer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07792"/>
            <a:ext cx="256032" cy="256032"/>
          </a:xfrm>
          <a:prstGeom prst="rect">
            <a:avLst/>
          </a:prstGeom>
          <a:solidFill>
            <a:srgbClr val="3B0A0A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555"/>
                </a:solidFill>
              </a:rPr>
              <a:t>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90779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revenue earns zero yield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256032" cy="256032"/>
          </a:xfrm>
          <a:prstGeom prst="rect">
            <a:avLst/>
          </a:prstGeom>
          <a:solidFill>
            <a:srgbClr val="3B0A0A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555"/>
                </a:solidFill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52958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Bitcoin-native infrastructure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1097280"/>
            <a:ext cx="3840480" cy="338328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1097280"/>
            <a:ext cx="3840480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AI AGENTS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1664208"/>
            <a:ext cx="256032" cy="256032"/>
          </a:xfrm>
          <a:prstGeom prst="rect">
            <a:avLst/>
          </a:prstGeom>
          <a:solidFill>
            <a:srgbClr val="091F1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16642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Payment Required — no standard handler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2286000"/>
            <a:ext cx="256032" cy="256032"/>
          </a:xfrm>
          <a:prstGeom prst="rect">
            <a:avLst/>
          </a:prstGeom>
          <a:solidFill>
            <a:srgbClr val="091F1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2860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Fiat-only payment rails block autonomous payments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120640" y="2907792"/>
            <a:ext cx="256032" cy="256032"/>
          </a:xfrm>
          <a:prstGeom prst="rect">
            <a:avLst/>
          </a:prstGeom>
          <a:solidFill>
            <a:srgbClr val="091F1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290779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Bitcoin-native agent identity layer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20640" y="3529584"/>
            <a:ext cx="256032" cy="256032"/>
          </a:xfrm>
          <a:prstGeom prst="rect">
            <a:avLst/>
          </a:prstGeom>
          <a:solidFill>
            <a:srgbClr val="091F1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352958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can't verify or track their own spend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60520" y="2514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Protocol. Agents + Creators + Bitcoin.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47472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261872"/>
            <a:ext cx="548640" cy="548640"/>
          </a:xfrm>
          <a:prstGeom prst="oval">
            <a:avLst/>
          </a:prstGeom>
          <a:solidFill>
            <a:srgbClr val="0D0D0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316736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x402 Gateway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payment protocol (Coinbase v2 compatible). Agents hit paywall → auto-pay → get access. Zero friction.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46120" y="1097280"/>
            <a:ext cx="2743200" cy="347472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97280"/>
            <a:ext cx="27432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400" y="1261872"/>
            <a:ext cx="548640" cy="548640"/>
          </a:xfrm>
          <a:prstGeom prst="oval">
            <a:avLst/>
          </a:prstGeom>
          <a:solidFill>
            <a:srgbClr val="0D0D0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316736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Detection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8328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LLM + heuristic UA matching classifies every request as human or AI agent in real time.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17920" y="1097280"/>
            <a:ext cx="2743200" cy="3474720"/>
          </a:xfrm>
          <a:prstGeom prst="rect">
            <a:avLst/>
          </a:prstGeom>
          <a:solidFill>
            <a:srgbClr val="1616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0" y="1261872"/>
            <a:ext cx="548640" cy="548640"/>
          </a:xfrm>
          <a:prstGeom prst="oval">
            <a:avLst/>
          </a:prstGeom>
          <a:solidFill>
            <a:srgbClr val="0D0D0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316736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 Yield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5508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earnings auto-routed into Stacks DeFi protocols. Idle STX / sBTC earns while creators sleep.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3017520" y="2514600"/>
            <a:ext cx="228600" cy="109728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4" name="Shape 19"/>
          <p:cNvSpPr/>
          <p:nvPr/>
        </p:nvSpPr>
        <p:spPr>
          <a:xfrm>
            <a:off x="5989320" y="2514600"/>
            <a:ext cx="228600" cy="109728"/>
          </a:xfrm>
          <a:prstGeom prst="rect">
            <a:avLst/>
          </a:prstGeom>
          <a:solidFill>
            <a:srgbClr val="4B556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Stacks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303520" cy="530352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Hiro Wallet Auth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28216"/>
            <a:ext cx="5303520" cy="530352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28216"/>
            <a:ext cx="50292" cy="5303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46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LAYER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9842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 (Deno)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5303520" cy="530352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59152"/>
            <a:ext cx="50292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GATEWAY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x402 v2 · Agent Bridge · Challenge Tokens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90088"/>
            <a:ext cx="5303520" cy="530352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90088"/>
            <a:ext cx="50292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08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+ UA Heuristics + x-agent-id Header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21024"/>
            <a:ext cx="5303520" cy="530352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21024"/>
            <a:ext cx="50292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39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877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Clarity Contracts · sBTC · STX · USDCx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251960"/>
            <a:ext cx="5303520" cy="530352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51960"/>
            <a:ext cx="50292" cy="5303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270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45079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RLS · Realtime Subscriptions · Analytics RPC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89320" y="1097280"/>
            <a:ext cx="2834640" cy="3822192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170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157276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784848" y="16184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Smart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2377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6784848" y="2423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318211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6784848" y="3227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Assets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STX · sBTC · USDCx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398678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6784848" y="40325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ALIGNMENT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Deep on Bitcoin via Stacks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114300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50292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auditable smart contracts for payments, revenue-split, access control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206240" cy="1143000"/>
          </a:xfrm>
          <a:prstGeom prst="rect">
            <a:avLst/>
          </a:prstGeom>
          <a:solidFill>
            <a:srgbClr val="1616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43000"/>
            <a:ext cx="50292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sBTC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sBTC asset support in payment gateway alongside STX and USDCx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4206240" cy="114300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23160"/>
            <a:ext cx="5029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 of Transfer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Stacks' PoX consensus to anchor all payment records to Bitcoin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4206240" cy="1143000"/>
          </a:xfrm>
          <a:prstGeom prst="rect">
            <a:avLst/>
          </a:prstGeom>
          <a:solidFill>
            <a:srgbClr val="1616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23160"/>
            <a:ext cx="50292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stacks.js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880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SDK integration for wallet auth, tx broadcasting, and signature verification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4206240" cy="114300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03320"/>
            <a:ext cx="50292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Bitflow / USDCx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yield routing uses Bitflow and USDCx for stablecoin diversification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4206240" cy="114300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703320"/>
            <a:ext cx="5029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Hiro Wallet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4160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Wallet-based auth via signature challenges — no username/password needed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x402Pay Works End-to-End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640080" cy="640080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1600200" cy="260604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057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 user hits protected content endpoint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47672" y="2286000"/>
            <a:ext cx="137160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143000"/>
            <a:ext cx="640080" cy="64008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011680" y="1965960"/>
            <a:ext cx="1600200" cy="2606040"/>
          </a:xfrm>
          <a:prstGeom prst="rect">
            <a:avLst/>
          </a:prstGeom>
          <a:solidFill>
            <a:srgbClr val="1616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2057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402 Issued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2487168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returns payment requirements + challenge token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85032" y="2286000"/>
            <a:ext cx="137160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1143000"/>
            <a:ext cx="640080" cy="640080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49040" y="1965960"/>
            <a:ext cx="1600200" cy="260604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2057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 STX/sBTC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22192" y="2487168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auto-pays via Stacks tx · human uses Hiro Wallet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22392" y="2286000"/>
            <a:ext cx="137160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3" name="Shape 21"/>
          <p:cNvSpPr/>
          <p:nvPr/>
        </p:nvSpPr>
        <p:spPr>
          <a:xfrm>
            <a:off x="5989320" y="1143000"/>
            <a:ext cx="640080" cy="64008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0" y="1965960"/>
            <a:ext cx="1600200" cy="2606040"/>
          </a:xfrm>
          <a:prstGeom prst="rect">
            <a:avLst/>
          </a:prstGeom>
          <a:solidFill>
            <a:srgbClr val="1616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2057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 On-Chain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9552" y="2487168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 confirms tx, detects agent vs human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59752" y="2286000"/>
            <a:ext cx="137160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9" name="Shape 27"/>
          <p:cNvSpPr/>
          <p:nvPr/>
        </p:nvSpPr>
        <p:spPr>
          <a:xfrm>
            <a:off x="7726680" y="1143000"/>
            <a:ext cx="640080" cy="640080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77266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223760" y="1965960"/>
            <a:ext cx="1600200" cy="260604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96912" y="2057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 + Yield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96912" y="2487168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unlocked · Creator earnings routed to DeFi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 verified on Stacks blockchain · Settlement anchored to Bitcoin · RLS-secured Postgres records every event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Bitcoin-Payable AI Agent Marketplace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1148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list AI agents for hire. Anyone — human or autonomous agent — can discover, hire, and pay in Bitcoin (STX / sBTC) using the x402 protocol. No API keys. No credit cards. Just on-chain payments.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25603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72491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Agent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944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specialty, price, reputation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25603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24612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Checkout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3465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Bitcoin payment, receipt verified on-chain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25603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376732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9867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usage, spend, and output quality over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88536"/>
            <a:ext cx="25603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428853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507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rating anchored to agent wallet identity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115568"/>
            <a:ext cx="406908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188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LISTING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92040" y="1536192"/>
            <a:ext cx="3794760" cy="502920"/>
          </a:xfrm>
          <a:prstGeom prst="rect">
            <a:avLst/>
          </a:prstGeom>
          <a:solidFill>
            <a:srgbClr val="1C1C22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GPT-4 Research Agent  •  0.5 STX / query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148840"/>
            <a:ext cx="3794760" cy="502920"/>
          </a:xfrm>
          <a:prstGeom prst="rect">
            <a:avLst/>
          </a:prstGeom>
          <a:solidFill>
            <a:srgbClr val="1C1C22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167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Claude Data Analyst  •  1.2 STX / task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2761488"/>
            <a:ext cx="3794760" cy="502920"/>
          </a:xfrm>
          <a:prstGeom prst="rect">
            <a:avLst/>
          </a:prstGeom>
          <a:solidFill>
            <a:srgbClr val="1C1C22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7797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Content Writer AI  •  0.3 STX / article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401568"/>
            <a:ext cx="3794760" cy="1188720"/>
          </a:xfrm>
          <a:prstGeom prst="rect">
            <a:avLst/>
          </a:prstGeom>
          <a:solidFill>
            <a:srgbClr val="0D0D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520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HIRE WITH x402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0" y="3931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in STX · sBTC · USDCx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on Bitcoin via Stacks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Converging Trends. One Protocol.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356616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618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$104B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Creator Economy TAM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87168"/>
            <a:ext cx="1737360" cy="256032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YoY growth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852928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creators globally with zero Bitcoin-native tools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64408" y="1115568"/>
            <a:ext cx="2743200" cy="356616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115568"/>
            <a:ext cx="27432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2618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$24B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355848" y="2084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Services Market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67328" y="2487168"/>
            <a:ext cx="1737360" cy="256032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87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growth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74136" y="2852928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autonomous payment rails — none exist on Bitcoin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08776" y="1115568"/>
            <a:ext cx="2743200" cy="3566160"/>
          </a:xfrm>
          <a:prstGeom prst="rect">
            <a:avLst/>
          </a:prstGeom>
          <a:solidFill>
            <a:srgbClr val="1616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115568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300216" y="12618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$1.2T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300216" y="2084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Bitcoin Ecosystem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11696" y="2487168"/>
            <a:ext cx="1737360" cy="256032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24" name="Text 22"/>
          <p:cNvSpPr/>
          <p:nvPr/>
        </p:nvSpPr>
        <p:spPr>
          <a:xfrm>
            <a:off x="6711696" y="2487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just beginning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8504" y="2852928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sBTC unlocks programmable BTC — x402Pay is native day one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x402Pay is the only project combining all three markets with a Bitcoin-native, Stacks-powered stack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Built, Deployed, and Testnet-Ready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75488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7548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RIGHT NOW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36776"/>
            <a:ext cx="219456" cy="21945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367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" y="160020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x402-gateway Edge Function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183794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Coinbase x402 v2 compliant · GET 402 + POST verify flow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219456" cy="21945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67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" y="21305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Detection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" y="236829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+ heuristics · 7 passing unit 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19456" cy="21945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97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" y="266090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Auth-Wallet + Verify-Payment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28986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 Wallet sig verification · on-chain Stacks tx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219456" cy="21945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" y="319125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Processor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34290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ingestion · creator daily metrics + RPC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58184"/>
            <a:ext cx="219456" cy="21945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58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" y="372160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Postgres Schema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" y="395935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RLS-protected · Realtime subscriptions · 2 migrations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88536"/>
            <a:ext cx="219456" cy="21945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88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" y="425196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UI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" y="44897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live at x402pay-app.vercel.app/agents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1115568"/>
            <a:ext cx="3429000" cy="365760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1115568"/>
            <a:ext cx="34290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5440680" y="2359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x402pay-app.vercel.app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40680" y="27614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/agents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4068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· Working demo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video included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77840" y="4005072"/>
            <a:ext cx="2971800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4005072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 DEMO →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Hackathon to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046720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682496"/>
            <a:ext cx="402336" cy="402336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828800" cy="265176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3408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x402 gateway live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31927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393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Marketplace beta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1682496"/>
            <a:ext cx="402336" cy="402336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'26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6040" y="2240280"/>
            <a:ext cx="1828800" cy="265176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2240280"/>
            <a:ext cx="18288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2679192" y="23408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Mainnet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29992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Stacks mainnet deploy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97480" y="331927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reputation NFTs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97480" y="36393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Creator dashboards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40680" y="1682496"/>
            <a:ext cx="402336" cy="402336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'26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1828800" cy="2651760"/>
          </a:xfrm>
          <a:prstGeom prst="rect">
            <a:avLst/>
          </a:prstGeom>
          <a:solidFill>
            <a:srgbClr val="1616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240280"/>
            <a:ext cx="18288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23408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29992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 routing live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0" y="331927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Bitflow integration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36393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Auto-compound earnings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89520" y="1682496"/>
            <a:ext cx="402336" cy="402336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'26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03720" y="2240280"/>
            <a:ext cx="1828800" cy="2651760"/>
          </a:xfrm>
          <a:prstGeom prst="rect">
            <a:avLst/>
          </a:prstGeom>
          <a:solidFill>
            <a:srgbClr val="1616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224028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976872" y="23408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Ecosystem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29992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Multi-chain bridge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95160" y="331927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API tier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995160" y="36393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DAO governance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x402PAY WINS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Bitcoin-Native.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Agent-Ready.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Creator-First.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84048" y="2578608"/>
            <a:ext cx="4160520" cy="914400"/>
          </a:xfrm>
          <a:prstGeom prst="rect">
            <a:avLst/>
          </a:prstGeom>
          <a:solidFill>
            <a:srgbClr val="16161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2578608"/>
            <a:ext cx="50292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29260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x402 protocol + AI agent economy on Bitcoin. No precedent.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578608"/>
            <a:ext cx="4160520" cy="914400"/>
          </a:xfrm>
          <a:prstGeom prst="rect">
            <a:avLst/>
          </a:prstGeom>
          <a:solidFill>
            <a:srgbClr val="16161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578608"/>
            <a:ext cx="50292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Clarity contracts · 6 Edge Functions · Groq AI · Full test suite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3657600"/>
            <a:ext cx="4160520" cy="914400"/>
          </a:xfrm>
          <a:prstGeom prst="rect">
            <a:avLst/>
          </a:prstGeom>
          <a:solidFill>
            <a:srgbClr val="1616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657600"/>
            <a:ext cx="50292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ALIGNMENT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" y="40050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· sBTC · PoX · stacks.js · Bitflow · USDCx — all used deeply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657600"/>
            <a:ext cx="4160520" cy="914400"/>
          </a:xfrm>
          <a:prstGeom prst="rect">
            <a:avLst/>
          </a:prstGeom>
          <a:solidFill>
            <a:srgbClr val="1616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657600"/>
            <a:ext cx="5029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40050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 Wallet auth · Clean marketplace UI · Works for humans AND agents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11680" y="4645152"/>
            <a:ext cx="512064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46451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x402pay-app.vercel.app  ·  github.com/x402pay  ·  founders@x402pay.com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x402Pay - Buidl Battle 2026</dc:title>
  <dc:subject>PptxGenJS Presentation</dc:subject>
  <dc:creator>PptxGenJS</dc:creator>
  <cp:lastModifiedBy>PptxGenJS</cp:lastModifiedBy>
  <cp:revision>1</cp:revision>
  <dcterms:created xsi:type="dcterms:W3CDTF">2026-03-10T12:57:27Z</dcterms:created>
  <dcterms:modified xsi:type="dcterms:W3CDTF">2026-03-10T12:57:27Z</dcterms:modified>
</cp:coreProperties>
</file>